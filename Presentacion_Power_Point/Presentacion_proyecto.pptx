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A7626-6E6C-C87D-EF0E-399FF6761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120F4F-64E0-338A-FD77-36FEC1ED4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B64517-0733-4EA4-6625-0CBEE1AB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5D72A1-C572-F606-7F19-A336116C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FCD287-AC55-C779-0DD1-C7300709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04941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71358-2C38-65B6-E1C3-44B28680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73E173-A142-8E87-3A35-4F03C9DA4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049B28-28A7-2EBF-1DF6-6591E660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0B0358-7C8D-C0DD-271C-AFB0EBAD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078786-F6D7-98E7-7E2C-340D1BFA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3933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F117A-CC8C-418E-D1E4-25E927E17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4A9017-DDAA-B583-0BFA-84F4057CB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B68C11-EB2C-1E97-5885-50A8574B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631D17-64C3-3AC9-ABCB-23E29FD2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8CB7A4-18D7-84C6-AE0F-897E999C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415995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60DD9-7BA8-9F37-67F2-C8EC6EB0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EDF2DF-46A7-8874-3A8C-30D0AB221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768B33-5728-57BA-CD6F-3329D5BE7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E5D69F-7F18-7A27-7FC9-903C846C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6F3E0F-862F-3C42-5366-57C33412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5A58F9-5074-E22E-D241-AFE5E6A0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5980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BAF28-C32A-A412-7FEA-71833C8F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713AED-B112-95E1-95CC-27A4A2A3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1AB41C-3494-E75F-8950-B7F2A906F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B1776-9B17-0F0F-215A-B55742B50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A625B9-34DA-967C-CD96-84B2EAB8C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C4C99E4-B12A-2EF8-0B22-1047A968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A26D49-3927-8006-3B5D-16E8FBE3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F449EC-FEEA-BB62-26C8-95456191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25954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A14AD-657C-2745-3495-FAAB5E57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35BA824-1238-AD4D-EAA1-F1E1091D9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48AF71-83EC-2B17-F2C4-5D074A70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292E20-C6A5-24B7-1BB2-51CC404A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1476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79F46C-9614-8C1C-5935-CBC686BD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86162F-D183-B21A-7E14-9C1E0937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6D8EF-DF5C-3E24-7B8B-DA055A9B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0456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8D64F-1E9C-165B-62A8-1A4872BD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7CF27C-8624-B71D-DF21-5B7D7C08B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57A2EF-B6C8-A0D7-FDA1-CC9D7F1D6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C06E34-2BCF-3D84-2AA1-D8061473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D239DF-EC43-43CA-9E08-D716AC1F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593775-42B7-8541-54FE-5DB7B52D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00307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815BC-7960-0B95-907A-0165A29A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7B1F280-8E53-F022-BAD4-920B8C6A3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A123AE-14F8-FD6E-496D-E79593F36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3E1BE3-2B69-704D-854B-61EE591F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C4894D-BBBB-D0D0-09DA-A398A65B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F8E389-EE0C-6C07-CBAB-3DAB15FE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31074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AA9B4-8C54-399B-C45A-51D3D302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3CA8D9-364F-025D-2D81-32682FCED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5678CE-2874-D208-03B2-27A3B1F3B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E69A4D-E623-8A54-EAB1-7FEE322A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E465D1-630C-E58B-E49A-FE45E905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3123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C8FED3-D120-D1D4-813A-CE631AD09E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857D6C-07C2-27CB-06D1-96DAAE761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8476A6-0CED-8B33-0DBA-CE04B8963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B8C5B7-BD17-5DB4-66B6-AFBE3097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EED70-7B4C-8396-58BE-03237052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66287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A786BD0-637F-2DFB-70D0-6C4D1F20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EFF6CD-714A-1E96-ACDD-535B1F09D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DCF24A-399D-313B-5133-42802F872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FC214-0F96-4363-BA74-B3EF2F77328D}" type="datetimeFigureOut">
              <a:rPr lang="es-HN" smtClean="0"/>
              <a:t>23/3/2026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4C2E4A-ADE7-E1EB-DAEE-6B42F1D08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505096-6E96-60FE-9C03-F6E93AFEA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9D632-FBD4-4630-973A-38D8551BDA3B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919646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132C75-F85D-3641-EABE-7F352619B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5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2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100336-C6C8-3846-3728-C174071C4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0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B22AD8-FCD2-265F-8456-81B958039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4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C2E2E9-3EF2-A5A4-03D6-AD3C99DF9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09"/>
            <a:ext cx="12192000" cy="684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9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06EC26-533A-D217-EB70-50C80FC18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" y="0"/>
            <a:ext cx="12180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9AD93D-C744-8D9A-5A15-838E936C3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2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14FC20-C4A4-365D-0FE3-09CF0A24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5"/>
            <a:ext cx="12192000" cy="683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72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D37497-2D81-70D5-7B0D-C8145F7FC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"/>
            <a:ext cx="12192000" cy="685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4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9C3608-72F0-1FA2-04DC-D03460CC9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5"/>
            <a:ext cx="12192000" cy="684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5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3F419E-E88F-ED84-671F-9793D3E5E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" y="0"/>
            <a:ext cx="12166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2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95C81A8-4012-886D-4AB7-423E5D53C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" y="0"/>
            <a:ext cx="12151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7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11A8B5-6492-B1E7-CE0F-FD77DA4B2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" y="0"/>
            <a:ext cx="12182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93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C2D1D7-7DE4-836B-E036-0408D4851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" y="0"/>
            <a:ext cx="12175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39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A29F66-78E0-745C-F42A-A7051B45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" y="0"/>
            <a:ext cx="12151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834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96840B-4D05-3310-2025-811A9796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5" y="0"/>
            <a:ext cx="121601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32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5356FE-5C0E-9E77-F8E6-F402F601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" y="0"/>
            <a:ext cx="12189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39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355940-9A6B-FBA9-C21B-DB12A9B2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" y="0"/>
            <a:ext cx="12189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59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SALVADOR DURON MOLINA</dc:creator>
  <cp:lastModifiedBy>HUGO SALVADOR DURON MOLINA</cp:lastModifiedBy>
  <cp:revision>1</cp:revision>
  <dcterms:created xsi:type="dcterms:W3CDTF">2026-03-23T16:03:14Z</dcterms:created>
  <dcterms:modified xsi:type="dcterms:W3CDTF">2026-03-23T16:11:11Z</dcterms:modified>
</cp:coreProperties>
</file>